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 Types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Variables and Values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Basics to Advanced Concepts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Data Types?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type defines the kind of value a variable can hold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value is stored in memory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operations can be performed on it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dynamically typed - types are inferred automatically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0055CC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x = 42  →  Python automatically knows x is an integer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of Data Types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003D7A">
              <a:alpha val="80000"/>
            </a:srgbClr>
          </a:solidFill>
          <a:ln w="25400">
            <a:solidFill>
              <a:srgbClr val="003D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float, complex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42, 3.14, 2+3j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1F5BA8">
              <a:alpha val="80000"/>
            </a:srgbClr>
          </a:solidFill>
          <a:ln w="25400">
            <a:solidFill>
              <a:srgbClr val="1F5B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37560" y="1417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tuple, range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100584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0055CC">
              <a:alpha val="80000"/>
            </a:srgbClr>
          </a:solidFill>
          <a:ln w="25400">
            <a:solidFill>
              <a:srgbClr val="0055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80760" y="1417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8076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{'key': 'value'}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003D7A">
              <a:alpha val="80000"/>
            </a:srgbClr>
          </a:solidFill>
          <a:ln w="25400">
            <a:solidFill>
              <a:srgbClr val="003D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017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4360" y="3337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set, frozenset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931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{1, 2, 3}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1F5BA8">
              <a:alpha val="80000"/>
            </a:srgbClr>
          </a:solidFill>
          <a:ln w="25400">
            <a:solidFill>
              <a:srgbClr val="1F5B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3017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337560" y="3337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3931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'Hello'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292608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0055CC">
              <a:alpha val="80000"/>
            </a:srgbClr>
          </a:solidFill>
          <a:ln w="25400">
            <a:solidFill>
              <a:srgbClr val="0055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3017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080760" y="3337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80760" y="3931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/ False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Types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Integers (int)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or negative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precision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4114800" cy="731520"/>
          </a:xfrm>
          <a:prstGeom prst="rect">
            <a:avLst/>
          </a:prstGeom>
          <a:solidFill>
            <a:srgbClr val="F0F5FA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42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-7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 + y)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Point (float)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13716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numbers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use scientific notation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64-bit precision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606040"/>
            <a:ext cx="3931920" cy="731520"/>
          </a:xfrm>
          <a:prstGeom prst="rect">
            <a:avLst/>
          </a:prstGeom>
          <a:solidFill>
            <a:srgbClr val="F0F5FA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5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3.14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5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-2.5e3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5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 * y)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(complex)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with real and imaginary parts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 a + bj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scientific and engineering applications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Type (str)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are sequences of characters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(can't change)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Enclosed in quotes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indexing &amp; slicing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built-in methods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554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String Methods: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92024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.upper() - Uppercase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.lower() - Lowercase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.replace() - Replace text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.split() - Split into list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.join() - Join a list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solidFill>
            <a:srgbClr val="F0F5FA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"Hello, Python!"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print(s.upper())        # HELLO, PYTHON!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print(s[0:5])           # Hello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print(len(s))           # 14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Types: List &amp; Tuple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[ ]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collection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(changeable)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contain mixed types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indexing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4114800" cy="731520"/>
          </a:xfrm>
          <a:prstGeom prst="rect">
            <a:avLst/>
          </a:prstGeom>
          <a:solidFill>
            <a:srgbClr val="F0F5FA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 = [1, 'a', 3.5, True]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lst.append(10)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lst[0] = 99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( 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137160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collection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(unchangeable)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lists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dict keys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743200"/>
            <a:ext cx="3931920" cy="731520"/>
          </a:xfrm>
          <a:prstGeom prst="rect">
            <a:avLst/>
          </a:prstGeom>
          <a:solidFill>
            <a:srgbClr val="F0F5FA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5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tpl = (1, 'a', 3.5)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5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print(tpl[1])    # 'a'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5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tpl[0] = 99   ERROR!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solidFill>
            <a:srgbClr val="0055CC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range(start, end, step) generates a sequence of numbers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Type: Dictionary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store key-value pairs in no particular order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must be unique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immutable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lookups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645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Methods: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201168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.keys() - Get all keys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.values() - Get all values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.items() - Get key-value pairs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.get() - Safely get value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solidFill>
            <a:srgbClr val="F0F5FA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 = {"name": "Alice", "age": 25, "city": "NYC"}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print(person["name"])      # Alice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person["age"] = 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key, value in person.items():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print(f"{key}: {value}")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Types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{ }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 collection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items only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duplicates allowed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4114800" cy="822960"/>
          </a:xfrm>
          <a:prstGeom prst="rect">
            <a:avLst/>
          </a:prstGeom>
          <a:solidFill>
            <a:srgbClr val="F0F5FA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{1, 2, 3}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s.add(4)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s.remove(1)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print(s)  # {2, 3, 4}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Frozenset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13716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 collection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items only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(unchangeable)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dict key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651760"/>
            <a:ext cx="3931920" cy="822960"/>
          </a:xfrm>
          <a:prstGeom prst="rect">
            <a:avLst/>
          </a:prstGeom>
          <a:solidFill>
            <a:srgbClr val="F0F5FA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5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 = frozenset([1, 2, 3])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5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5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fs.add(4)  ERROR!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solidFill>
            <a:srgbClr val="0055CC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Operations: union (|), intersection (&amp;), difference (-)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&amp; Binary Types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(bool)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values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comparisons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conditionals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4114800" cy="731520"/>
          </a:xfrm>
          <a:prstGeom prst="rect">
            <a:avLst/>
          </a:prstGeom>
          <a:solidFill>
            <a:srgbClr val="F0F5FA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is_student =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 &gt; 18)  # True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Types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13716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- Immutable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bytearray - Mutable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memoryview - View of binary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file/network operations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651760"/>
            <a:ext cx="3931920" cy="731520"/>
          </a:xfrm>
          <a:prstGeom prst="rect">
            <a:avLst/>
          </a:prstGeom>
          <a:solidFill>
            <a:srgbClr val="F0F5FA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5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b'Hello'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5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 = bytearray(b'Hello')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5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print(b[0])    # 72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Data Types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type() function to check a variable's type: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solidFill>
            <a:srgbClr val="F0F5FA"/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print(type(x))           # &lt;class 'int'&gt;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"Alice"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print(type(name))        # &lt;class 'str'&gt;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my_list = [1, 2, 3]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print(type(my_list))     # &lt;class 'list'&gt;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isinstance() to check if a variable is of a specific type: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F0F5FA"/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print(isinstance(x, int))          # 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print(isinstance(name, str))       # 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print(isinstance(my_list, list))   # True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vs Immutable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(Can't be changed)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float, complex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frozenset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(Can be changed)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3716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bytearray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0F5FA"/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Immutable - creates new object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"Hello"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s + " World"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Mutable - modifies object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 = [1, 2, 3]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lst.append(4)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Operations Summary</a:t>
            </a:r>
            <a:endParaRPr lang="en-US" sz="4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Mutable?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A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'Hello'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2, 3]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(1, 2, 3)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{'a': 1}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{1, 2, 3}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Exercise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variables of different types and test them: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integer, float, and string variable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list with mixed data types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dictionary with 3 key-value pairs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type of each variable using type()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modify each one - which ones can you change?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solidFill>
            <a:srgbClr val="0055CC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7033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Challenge: Can you create a nested data structure combining lists, dictionaries, and other types?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dynamically typed - types are inferred automatically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types (list, dict, set) can be changed; Immutable types (int, str, tuple) cannot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has a type that defines what operations are allowed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type() to check a variable's type at any time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data types is fundamental to writing efficient Python code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5B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start coding with confidence!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Data Types</dc:title>
  <dc:subject>PptxGenJS Presentation</dc:subject>
  <dc:creator>Python Teaching Materials</dc:creator>
  <cp:lastModifiedBy>Python Teaching Materials</cp:lastModifiedBy>
  <cp:revision>1</cp:revision>
  <dcterms:created xsi:type="dcterms:W3CDTF">2026-06-20T17:04:04Z</dcterms:created>
  <dcterms:modified xsi:type="dcterms:W3CDTF">2026-06-20T17:04:04Z</dcterms:modified>
</cp:coreProperties>
</file>